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71" r:id="rId23"/>
    <p:sldId id="262" r:id="rId14"/>
    <p:sldId id="263" r:id="rId15"/>
    <p:sldId id="272" r:id="rId24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B6CFB1-3E41-41BC-81AE-471752DC449F}">
  <a:tblStyle styleId="{84B6CFB1-3E41-41BC-81AE-471752DC44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86850d4aa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86850d4aa_6_7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86850d4aa_6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86850d4aa_6_8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6850d4aa_6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c86850d4aa_6_8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86850d4aa_6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86850d4aa_6_9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86850d4aa_6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c86850d4aa_6_10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86850d4aa_6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86850d4aa_6_11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86850d4aa_6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86850d4aa_6_11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86850d4aa_6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c86850d4aa_6_12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86850d4aa_6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86850d4aa_6_13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86850d4aa_6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c86850d4aa_6_13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86850d4aa_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86850d4aa_6_14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86850d4aa_6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86850d4aa_6_15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86850d4aa_6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86850d4aa_6_15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86850d4aa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86850d4aa_8_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86850d4aa_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86850d4aa_8_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48655" y="1028700"/>
            <a:ext cx="7544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Kubernaut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Kubernetes-Native Autonomous </a:t>
            </a:r>
            <a:r>
              <a:rPr lang="en" sz="180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AIOps </a:t>
            </a:r>
            <a:r>
              <a:rPr b="0" i="0" lang="en" sz="18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Remediation Platform</a:t>
            </a:r>
            <a:endParaRPr sz="1100"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Technical Overview  •  February 2026</a:t>
            </a:r>
            <a:endParaRPr sz="1100"/>
          </a:p>
        </p:txBody>
      </p:sp>
      <p:sp>
        <p:nvSpPr>
          <p:cNvPr id="130" name="Google Shape;130;p25"/>
          <p:cNvSpPr/>
          <p:nvPr/>
        </p:nvSpPr>
        <p:spPr>
          <a:xfrm>
            <a:off x="548655" y="92583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6716500" y="4251275"/>
            <a:ext cx="22389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Jordi Gil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Pipeline Overview</a:t>
            </a:r>
            <a:endParaRPr sz="1100"/>
          </a:p>
        </p:txBody>
      </p:sp>
      <p:sp>
        <p:nvSpPr>
          <p:cNvPr id="137" name="Google Shape;137;p26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548655" y="891540"/>
            <a:ext cx="7887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When a monitoring alert fires, Kubernaut ingests it, enriches it with cluster context, asks an LLM to diagnose the root cause and select a remediation workflow, executes that workflow safely, and then measures whether the fix actually worked.</a:t>
            </a:r>
            <a:endParaRPr sz="1100"/>
          </a:p>
        </p:txBody>
      </p:sp>
      <p:pic>
        <p:nvPicPr>
          <p:cNvPr descr="kubernaut-architecture.png" id="139" name="Google Shape;1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552" y="1307535"/>
            <a:ext cx="7886908" cy="342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/>
        </p:nvSpPr>
        <p:spPr>
          <a:xfrm>
            <a:off x="548655" y="4800600"/>
            <a:ext cx="754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Supporting services: DataStorage (audit trail + workflow catalog)  •  HolmesGPT-API (LLM orchestration)  •  AuthWebhook (SOC2 identity injection)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Webhook receiver  •  HTTP server  •  CRD: RemediationRequest</a:t>
            </a:r>
            <a:endParaRPr sz="1100"/>
          </a:p>
        </p:txBody>
      </p:sp>
      <p:sp>
        <p:nvSpPr>
          <p:cNvPr id="146" name="Google Shape;146;p27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548649" y="960125"/>
            <a:ext cx="48720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Pluggable adapters: Prometheus AlertManager, Kubernetes Events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Status-based deduplication using RR fingerprint lookups (no Redis)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Replay prevention: header-first with body-fallback freshness validation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Scope filtering: label-based opt-in (kubernaut.ai/managed=true)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Distributed locking: K8s Lease-based for multi-replica safety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Circuit breaker: protects against K8s API cascading failures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Buffered audit events to DataStorage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Graceful shutdown with readiness probe (503 during drain)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5746328" y="960125"/>
            <a:ext cx="28950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Signal Flow: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HTTP POST arrives at adapter route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Middleware: concurrency throttle, replay validation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Adapter parses payload into NormalizedSignal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Scope check, distributed lock, deduplication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New: create RemediationRequest CRD (201)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Duplicate: update status (202)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Signal Processing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K8s controller  •  CRD: SignalProcessing</a:t>
            </a:r>
            <a:endParaRPr sz="1100"/>
          </a:p>
        </p:txBody>
      </p:sp>
      <p:sp>
        <p:nvSpPr>
          <p:cNvPr id="154" name="Google Shape;154;p28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548655" y="960120"/>
            <a:ext cx="37719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Phase flow: Pending &gt; Enriching &gt; Classifying &gt; Categorizing &gt; Completed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K8s enrichment: namespace, pod, deployment, owner chain, node, PDB, HPA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 Rego classifiers: Environment, Priority, Severity, Business, CustomLabels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Detected labels: GitOps, Helm, PDB-protected, HPA-managed, service mesh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Signal mode: predictive vs reactive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Degraded mode: partial enrichment when target not found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Degraded mode: partial enrichment when target not found</a:t>
            </a:r>
            <a:endParaRPr sz="1100"/>
          </a:p>
        </p:txBody>
      </p:sp>
      <p:sp>
        <p:nvSpPr>
          <p:cNvPr id="156" name="Google Shape;156;p28"/>
          <p:cNvSpPr/>
          <p:nvPr/>
        </p:nvSpPr>
        <p:spPr>
          <a:xfrm>
            <a:off x="4663564" y="960120"/>
            <a:ext cx="3977700" cy="3771900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package signalprocessing.priority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import rego.v1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# Severity rank: higher = more urgent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severity_rank := 3 if { lower(input.signal.severity) == "critical"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severity_rank := 2 if { lower(input.signal.severity) == "warning"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severity_rank := 1 if { lower(input.signal.severity) == "info"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default severity_rank := 0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# Environment rank: higher = more sensitive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env_rank := 3 if { lower(input.environment) == "production"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env_rank := 2 if { lower(input.environment) == "staging"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env_rank := 1 if { lower(input.environment) == "development"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default env_rank := 0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# Combined score -&gt; priority (N + M rules instead of N * M)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score := severity_rank + env_rank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result := {"priority": "P0"} if { score &gt;= 6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result := {"priority": "P1"} if { score &gt;= 4; score &lt; 6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result := {"priority": "P2"} if { score &gt;= 2; score &lt; 4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default result := {"priority": "P3"}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K8s controller  •  CRD: AIAnalysis</a:t>
            </a:r>
            <a:endParaRPr sz="1100"/>
          </a:p>
        </p:txBody>
      </p:sp>
      <p:sp>
        <p:nvSpPr>
          <p:cNvPr id="162" name="Google Shape;162;p29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548655" y="960120"/>
            <a:ext cx="37719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Phase flow: Pending &gt; Investigating &gt; Analyzing &gt; Completed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HolmesGPT integration: async session (submit &gt; poll &gt; result)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Workflow selection: HAPI returns workflow ID, image, parameters, rationale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Rego approval policy: approved / manual_review_required / denied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Affected resource: LLM identifies the actual target (e.g., Deployment not Pod)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Recovery flow: avoids repeating failed remediations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Execution engine: supports tekton and job backends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WorkflowNotNeeded: LLM determines problem self-resolved</a:t>
            </a:r>
            <a:endParaRPr sz="1100"/>
          </a:p>
        </p:txBody>
      </p:sp>
      <p:sp>
        <p:nvSpPr>
          <p:cNvPr id="164" name="Google Shape;164;p29"/>
          <p:cNvSpPr/>
          <p:nvPr/>
        </p:nvSpPr>
        <p:spPr>
          <a:xfrm>
            <a:off x="4663564" y="960120"/>
            <a:ext cx="3977700" cy="3771900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package aianalysis.approval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import rego.v1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default require_approval := false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# Production environment requires manual approval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require_approval if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   is_production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# Multiple recovery attempts (3+) require approval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require_approval if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   is_multiple_recovery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# Missing affected resource: default-deny (ADR-055)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require_approval if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   not has_affected_resource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HolmesGPT-API (HAPI)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Python FastAPI service  •  LLM orchestration layer</a:t>
            </a:r>
            <a:endParaRPr sz="1100"/>
          </a:p>
        </p:txBody>
      </p:sp>
      <p:sp>
        <p:nvSpPr>
          <p:cNvPr id="170" name="Google Shape;170;p30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548649" y="960125"/>
            <a:ext cx="4648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Three API endpoints: incident analysis, recovery, post-execution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Session-based async API: submit investigation &gt; poll &gt; result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Auth: K8s ServiceAccount tokens (TokenReview + SubjectAccessReview)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Mock LLM mode: deterministic responses for testing</a:t>
            </a:r>
            <a:endParaRPr sz="1100"/>
          </a:p>
        </p:txBody>
      </p:sp>
      <p:sp>
        <p:nvSpPr>
          <p:cNvPr id="172" name="Google Shape;172;p30"/>
          <p:cNvSpPr txBox="1"/>
          <p:nvPr/>
        </p:nvSpPr>
        <p:spPr>
          <a:xfrm>
            <a:off x="5566452" y="960125"/>
            <a:ext cx="30747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3-Step Workflow Discovery Protocol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list_available_actions (see Slide 7 for taxonomy) — what can I do?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list_workflows — which workflows implement this action?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get_workflow — fetch schema and parameters (see Slide 10)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Remediation History Enrichment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Queries DataStorage for past remediations on same target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Injects into prompt so LLM avoids repeating failures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Three-way hash comparison for spec drift detection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Returns: root cause, affected resource, selected workflow, approval context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Remediation Orchestrator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K8s controller  •  CRD: RemediationRequest (owns all child CRDs)</a:t>
            </a:r>
            <a:endParaRPr sz="1100"/>
          </a:p>
        </p:txBody>
      </p:sp>
      <p:sp>
        <p:nvSpPr>
          <p:cNvPr id="178" name="Google Shape;178;p31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548649" y="960125"/>
            <a:ext cx="44637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Phase state machine: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Pending &gt; Processing &gt; Analyzing &gt; AwaitingApproval &gt; Executing &gt; Completed / Failed / TimedOut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Child CRD lifecycle: creates SP, AA, WE, NR, EA at phase transitions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Approval flow: creates RemediationApprovalRequest when Rego requires it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Routing engine: scope blocking, consecutive failure blocking, dedup</a:t>
            </a:r>
            <a:endParaRPr sz="1100"/>
          </a:p>
        </p:txBody>
      </p:sp>
      <p:sp>
        <p:nvSpPr>
          <p:cNvPr id="180" name="Google Shape;180;p31"/>
          <p:cNvSpPr txBox="1"/>
          <p:nvPr/>
        </p:nvSpPr>
        <p:spPr>
          <a:xfrm>
            <a:off x="5483799" y="960125"/>
            <a:ext cx="31575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Timeout handling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2921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Global: 1h, Processing: 5m, Analyzing: 10m, Executing: 30m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Pre-remediation spec hash: SHA-256 of target .spec before workflow runs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 creation on all terminal phases (Completed, Failed, TimedOut)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AI-resolved target: uses LLM-identified AffectedResource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Atomic status updates with optimistic concurrency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Full audit trail to DataStorage at every phase transition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Workflow Execution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K8s controller  •  CRD: WorkflowExecution</a:t>
            </a:r>
            <a:endParaRPr sz="1100"/>
          </a:p>
        </p:txBody>
      </p:sp>
      <p:sp>
        <p:nvSpPr>
          <p:cNvPr id="186" name="Google Shape;186;p32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548655" y="960120"/>
            <a:ext cx="78870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</a:rPr>
              <a:t>Pure executor: RO makes all routing decisions (cooldown, blocking, backoff) before WFE creation (DD-RO-002)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</a:rPr>
              <a:t>Executor registry: `tekton` (PipelineRun with OCI bundle resolver) and `job` (Kubernetes Job)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</a:rPr>
              <a:t>Deterministic resource naming: prevents duplicate executions for the same target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</a:rPr>
              <a:t>Structured failure details: TaskFailed, OOMKilled, DeadlineExceeded, ImagePullBackOff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</a:rPr>
              <a:t>External deletion handling: detects when PipelineRun/Job is deleted outside the controller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</a:rPr>
              <a:t>Dedicated execution namespace (`kubernaut-workflows`): isolation from application workloads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Effectiveness Monitor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K8s controller  •  CRD: EffectivenessAssessment</a:t>
            </a:r>
            <a:endParaRPr sz="1100"/>
          </a:p>
        </p:txBody>
      </p:sp>
      <p:sp>
        <p:nvSpPr>
          <p:cNvPr id="193" name="Google Shape;193;p33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548650" y="960125"/>
            <a:ext cx="6549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 Assessment Components (each scored 0.0–1.0):</a:t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○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Health: pod status, readiness, restarts, CrashLoopBackOff, OOMKilled</a:t>
            </a:r>
            <a:endParaRPr sz="1100"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○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Alert resolution: queries AlertManager for signal resolution</a:t>
            </a:r>
            <a:endParaRPr sz="1100"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○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Metrics: 5 PromQL queries (CPU, memory, latency p95, error rate, throughput) pre vs post</a:t>
            </a:r>
            <a:endParaRPr sz="1100"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○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Spec hash: SHA-256 comparison of pre/post remediation target .spec</a:t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Stabilization window: configurable wait (default 5m)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Validity window: max time to complete (default 30m)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Spec drift guard: invalidates if target changes during assessment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b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K8s controller  •  CRD: NotificationRequest</a:t>
            </a:r>
            <a:endParaRPr sz="1100"/>
          </a:p>
        </p:txBody>
      </p:sp>
      <p:sp>
        <p:nvSpPr>
          <p:cNvPr id="200" name="Google Shape;200;p34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548655" y="960120"/>
            <a:ext cx="78870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Phase flow: Pending &gt; Sending &gt; Retrying &gt; Sent / PartiallySent / Failed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Delivery channels: Slack (webhook with circuit breaker), Console, File, Log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Label-based routing: ConfigMap-driven rules with hot-reload (no restart required)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Exponential backoff retries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Circuit breaker: prevents cascading failures to external webhooks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Notification types: approval requests, timeout escalations, completion summaries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Audit events: message.sent, message.failed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Atomic status updates per delivery attempt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DataStorage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HTTP server (OpenAPI-driven)  •  PostgreSQL backend</a:t>
            </a:r>
            <a:endParaRPr sz="1100"/>
          </a:p>
        </p:txBody>
      </p:sp>
      <p:sp>
        <p:nvSpPr>
          <p:cNvPr id="207" name="Google Shape;207;p35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548648" y="960125"/>
            <a:ext cx="58053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Audit events API: batch write, query by correlation ID, hash chain verification (SOC2)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Workflow catalog API: CRUD, action-type taxonomy, version lifecycle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Workflow discovery API: three-step protocol for LLM-driven selection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Remediation history API: two-tier windowing (24h recent + 90d historical)</a:t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OpenAPI-first: data-storage-v1.yaml spec with auto-generated Go and Python clients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PostgreSQL primary storage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Redis dead letter queue for failed audit writes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K8s auth: TokenReview + SubjectAccessReview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Graceful shutdown with connection draining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Three-way hash comparison for configuration regression detection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5"/>
          <p:cNvSpPr txBox="1"/>
          <p:nvPr/>
        </p:nvSpPr>
        <p:spPr>
          <a:xfrm>
            <a:off x="4663564" y="960120"/>
            <a:ext cx="3977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AuthWebhook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Mutating + Validating admission webhook  •  SOC2 CC8.1 compliance</a:t>
            </a:r>
            <a:endParaRPr sz="1100"/>
          </a:p>
        </p:txBody>
      </p:sp>
      <p:sp>
        <p:nvSpPr>
          <p:cNvPr id="215" name="Google Shape;215;p36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6"/>
          <p:cNvSpPr txBox="1"/>
          <p:nvPr/>
        </p:nvSpPr>
        <p:spPr>
          <a:xfrm>
            <a:off x="548655" y="960120"/>
            <a:ext cx="78870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Mutating webhooks for identity injection:</a:t>
            </a:r>
            <a:endParaRPr sz="1100"/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○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WorkflowExecution: status.initiatedBy, status.approvedBy</a:t>
            </a:r>
            <a:endParaRPr sz="1100"/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○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RemediationApprovalRequest: status.approvedBy, status.rejectedBy</a:t>
            </a:r>
            <a:endParaRPr sz="1100"/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○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RemediationRequest: status.lastModifiedBy, status.lastModifiedAt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Validating webhook: audit event before NotificationRequest deletion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Forgery detection: overwrites user-provided identity fields, logs tampering attempts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Decision validation: enforces Approved/Rejected/Expired for approval decisions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Namespace selector: only processes namespaces with kubernaut.ai/audit-enabled=true</a:t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mTLS via cert-manager; failure policy Fail (rejects if webhook is down)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 Coverage Snapshot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 #90  •  February 2026  •  Per-tier coverage (&gt;=80% target)</a:t>
            </a:r>
            <a:endParaRPr sz="1100"/>
          </a:p>
        </p:txBody>
      </p:sp>
      <p:sp>
        <p:nvSpPr>
          <p:cNvPr id="222" name="Google Shape;222;p37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37"/>
          <p:cNvGraphicFramePr/>
          <p:nvPr/>
        </p:nvGraphicFramePr>
        <p:xfrm>
          <a:off x="1028727" y="1097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{84B6CFB1-3E41-41BC-81AE-471752DC449F}</a:tableStyleId>
              </a:tblPr>
              <a:tblGrid>
                <a:gridCol w="2400350"/>
                <a:gridCol w="1028725"/>
                <a:gridCol w="1234475"/>
                <a:gridCol w="1028725"/>
                <a:gridCol w="1165875"/>
              </a:tblGrid>
              <a:tr h="311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Service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Unit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Integration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E2E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All Tiers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A1A2E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Signal Processing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87.3%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61.4%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58.2%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1A7F37"/>
                          </a:solidFill>
                        </a:rPr>
                        <a:t>85.4%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AI Analysis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80.0%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73.6%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53.8%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1A7F37"/>
                          </a:solidFill>
                        </a:rPr>
                        <a:t>87.6%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Workflow Execution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74.0%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67.9%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56.0%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1A7F37"/>
                          </a:solidFill>
                        </a:rPr>
                        <a:t>82.9%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Remediation Orchestrator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79.9%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59.8%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49.1%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1A7F37"/>
                          </a:solidFill>
                        </a:rPr>
                        <a:t>82.1%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Notification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75.5%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57.6%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49.5%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BF8B00"/>
                          </a:solidFill>
                        </a:rPr>
                        <a:t>73.3%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Effectiveness Monitor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72.1%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64.9%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68.8%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1A7F37"/>
                          </a:solidFill>
                        </a:rPr>
                        <a:t>81.9%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Gateway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65.5%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42.5%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59.0%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1A7F37"/>
                          </a:solidFill>
                        </a:rPr>
                        <a:t>81.5%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DataStorage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60.1%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34.9%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48.7%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CF222E"/>
                          </a:solidFill>
                        </a:rPr>
                        <a:t>65.4%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HolmesGPT-API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79.0%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62.1%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59.1%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1A7F37"/>
                          </a:solidFill>
                        </a:rPr>
                        <a:t>94.1%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6F8FA"/>
                    </a:solidFill>
                  </a:tcPr>
                </a:tc>
              </a:tr>
              <a:tr h="31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AuthWebhook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50.0%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49.0%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333333"/>
                          </a:solidFill>
                        </a:rPr>
                        <a:t>41.6%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BF8B00"/>
                          </a:solidFill>
                        </a:rPr>
                        <a:t>78.4%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End-to-end autonomous remediation of an OOMKilled pod</a:t>
            </a:r>
            <a:endParaRPr sz="1100"/>
          </a:p>
        </p:txBody>
      </p:sp>
      <p:sp>
        <p:nvSpPr>
          <p:cNvPr id="229" name="Google Shape;229;p38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548655" y="960120"/>
            <a:ext cx="3771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 b="1"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memory-eater pod is deployed with a 50Mi memory limit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application needs 60Mi, so it gets OOMKilled by the kernel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pod enters CrashLoopBackOff, triggering a Kubernetes event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What Kubernaut Does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Gateway ingests the OOMKill event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Signal Processing enriches it (owner chain, labels, classification)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AI Analysis sends it to the LLM via HolmesGPT-API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LLM diagnoses: "memory limit too low" with 0.95 confidence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LLM selects the oomkill-increase-memory workflow</a:t>
            </a:r>
            <a:endParaRPr sz="1100"/>
          </a:p>
        </p:txBody>
      </p:sp>
      <p:sp>
        <p:nvSpPr>
          <p:cNvPr id="231" name="Google Shape;231;p38"/>
          <p:cNvSpPr txBox="1"/>
          <p:nvPr/>
        </p:nvSpPr>
        <p:spPr>
          <a:xfrm>
            <a:off x="4663564" y="960120"/>
            <a:ext cx="39777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What to Watch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6. Rego policy evaluates approval (auto-approved in dev)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7. Workflow Execution runs a K8s Job that patches the Deployment memory limit from 50Mi to a higher value </a:t>
            </a: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(depends on the model)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8. Kubernetes rolls out a new pod with the higher limit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9. Pod starts successfully and stays Running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10. Effectiveness Monitor assesses the fix (health, alerts, metrics, spec hash)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11. Notification sends a Slack message with the outcome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Observation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2921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entire pipeline runs autonomously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human intervention from alert to fix</a:t>
            </a:r>
            <a:endParaRPr sz="1100"/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Full audit trail in DataStorage at every step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/>
        </p:nvSpPr>
        <p:spPr>
          <a:xfrm>
            <a:off x="548655" y="1371600"/>
            <a:ext cx="7544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1100"/>
          </a:p>
          <a:p>
            <a:pPr indent="0" lvl="0" marL="0" marR="0" rtl="0" algn="ctr">
              <a:spcBef>
                <a:spcPts val="27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github.com/jordigilh/kubernaut</a:t>
            </a:r>
            <a:endParaRPr sz="1100"/>
          </a:p>
        </p:txBody>
      </p:sp>
      <p:sp>
        <p:nvSpPr>
          <p:cNvPr id="237" name="Google Shape;237;p39"/>
          <p:cNvSpPr/>
          <p:nvPr/>
        </p:nvSpPr>
        <p:spPr>
          <a:xfrm>
            <a:off x="548655" y="1268730"/>
            <a:ext cx="1371600" cy="285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Calibri"/>
              </a:defRPr>
            </a:pPr>
            <a:r>
              <a:t>Action Type Taxonomy</a:t>
            </a:r>
          </a:p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V1.0 (DD-WORKFLOW-016)  •  10 curated remediation action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55" y="960120"/>
          <a:ext cx="4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3100000"/>
              </a:tblGrid>
              <a:tr h="3272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 Type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ScaleReplicas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Horizontally scale a workload by adjusting the replica 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RestartPod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Kill and recreate one or more pods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IncreaseCPULimits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Increase CPU resource limits on containers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IncreaseMemoryLimits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Increase memory resource limits on containers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RollbackDeployment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Revert a deployment to its previous stable revision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DrainNode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Drain and cordon a node, evicting all pods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CordonNode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Cordon a node to prevent new scheduling without eviction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RestartDeployment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Rolling restart of all pods in a workload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CleanupNode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Reclaim disk space by purging temp files and unused 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728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333333"/>
                          </a:solidFill>
                          <a:latin typeface="Courier New"/>
                        </a:defRPr>
                      </a:pPr>
                      <a:r>
                        <a:t>DeletePod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Delete pods stuck in a terminal state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0" y="96012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B579A"/>
                </a:solidFill>
                <a:latin typeface="Calibri"/>
              </a:defRPr>
            </a:pPr>
            <a:r>
              <a:t>Three-Step Discovery Example (OOMKill scenario)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0" y="1200000"/>
            <a:ext cx="3600000" cy="3400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0000" y="1250000"/>
            <a:ext cx="344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Step 1: list_available_actions(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      severity=critical,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      environment=staging)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LLM: "What actions are available?"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-&gt; IncreaseMemoryLimits, ScaleReplicas,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 RestartPod, RollbackDeployment,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Step 2: list_workflows(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      action_type=IncreaseMemoryLimits,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      severity=critical)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LLM: "Which workflows implement this?"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-&gt; oomkill-increase-memory-v1 (job)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 oomkill-increase-memory-v1 (tekton)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Step 3: get_workflow(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      workflow_id=oomkill-increase-memory-v1,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      version=1.0.0)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LLM: "Give me the schema."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-&gt; full workflow-schema.yaml (Slide 10)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LLM populates parameters: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MEMORY_LIMIT_NEW=128Mi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55" y="274320"/>
            <a:ext cx="75441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Calibri"/>
              </a:defRPr>
            </a:pPr>
            <a:r>
              <a:t>Workflow Schema</a:t>
            </a:r>
          </a:p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workflow-schema.yaml  •  OCI image  •  tag + digest (DD-WORKFLOW-002 v2.4)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55" y="754380"/>
            <a:ext cx="1371600" cy="28500"/>
          </a:xfrm>
          <a:prstGeom prst="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55" y="960120"/>
            <a:ext cx="4800000" cy="3900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8655" y="1010120"/>
            <a:ext cx="464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metadata: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workflowId: oomkill-increase-memory-v1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version: "1.0.0"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description: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what: "Increases memory limits for OOMKill pods"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whenToUse: "Pods OOMKilled due to low limits"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whenNotToUse: "OOM caused by a memory leak"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preconditions: "Managed by Deployment or SS"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actionType: IncreaseMemoryLimits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labels: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signalType: OOMKilled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severity: [critical, high]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environment: [production, staging, test]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component: "*"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priority: "*"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execution: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engine: job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# V1.0: tag + SHA256 digest for audit trail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containerImage: quay.io/kubernaut-cicd/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workflows/oomkill-increase-memory:v1.0.0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@sha256:a3ed95caeb02ffe68cdd9fd8440...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customLabels: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team: platform-sre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cost-profile: memory-intensive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change-risk: low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parameters: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- name: TARGET_RESOURCE_KIND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type: string, required: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- name: TARGET_RESOURCE_NAME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type: string, required: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- name: TARGET_NAMESPACE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type: string, required: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- name: MEMORY_LIMIT_NEW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type: string, required: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333333"/>
                </a:solidFill>
                <a:latin typeface="Courier New"/>
              </a:defRPr>
            </a:pPr>
            <a:r>
              <a:t>    description: "New memory limit (128Mi, 1Gi)"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0" y="960120"/>
            <a:ext cx="3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579A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00000" y="1200000"/>
            <a:ext cx="34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333333"/>
                </a:solidFill>
                <a:latin typeface="Calibri"/>
              </a:defRPr>
              <a:buChar char="•"/>
            </a:pPr>
            <a:r>
              <a:t>containerImage with tag + digest ensures exact workflow binary is traceable in the audit trail</a:t>
            </a:r>
          </a:p>
          <a:p>
            <a:pPr>
              <a:spcAft>
                <a:spcPts val="300"/>
              </a:spcAft>
              <a:defRPr sz="800">
                <a:solidFill>
                  <a:srgbClr val="333333"/>
                </a:solidFill>
                <a:latin typeface="Calibri"/>
              </a:defRPr>
              <a:buChar char="•"/>
            </a:pPr>
            <a:r>
              <a:t>actionType maps to the action taxonomy used by the LLM's three-step discovery protocol</a:t>
            </a:r>
          </a:p>
          <a:p>
            <a:pPr>
              <a:spcAft>
                <a:spcPts val="300"/>
              </a:spcAft>
              <a:defRPr sz="800">
                <a:solidFill>
                  <a:srgbClr val="333333"/>
                </a:solidFill>
                <a:latin typeface="Calibri"/>
              </a:defRPr>
              <a:buChar char="•"/>
            </a:pPr>
            <a:r>
              <a:t>labels (mandatory) enable catalog filtering: severity, environment, component, priority</a:t>
            </a:r>
          </a:p>
          <a:p>
            <a:pPr>
              <a:spcAft>
                <a:spcPts val="300"/>
              </a:spcAft>
              <a:defRPr sz="800">
                <a:solidFill>
                  <a:srgbClr val="333333"/>
                </a:solidFill>
                <a:latin typeface="Calibri"/>
              </a:defRPr>
              <a:buChar char="•"/>
            </a:pPr>
            <a:r>
              <a:t>customLabels (optional) are operator-defined key-value pairs for team/org-specific filtering — stored in their own JSONB column</a:t>
            </a:r>
          </a:p>
          <a:p>
            <a:pPr>
              <a:spcAft>
                <a:spcPts val="300"/>
              </a:spcAft>
              <a:defRPr sz="800">
                <a:solidFill>
                  <a:srgbClr val="333333"/>
                </a:solidFill>
                <a:latin typeface="Calibri"/>
              </a:defRPr>
              <a:buChar char="•"/>
            </a:pPr>
            <a:r>
              <a:t>description fields (what, whenToUse, whenNotToUse, preconditions) are shown to the LLM during workflow selection</a:t>
            </a:r>
          </a:p>
          <a:p>
            <a:pPr>
              <a:spcAft>
                <a:spcPts val="300"/>
              </a:spcAft>
              <a:defRPr sz="800">
                <a:solidFill>
                  <a:srgbClr val="333333"/>
                </a:solidFill>
                <a:latin typeface="Calibri"/>
              </a:defRPr>
              <a:buChar char="•"/>
            </a:pPr>
            <a:r>
              <a:t>parameters are populated by the LLM based on the incident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