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B2A4A"/>
                </a:solidFill>
                <a:latin typeface="Calibri"/>
              </a:defRPr>
            </a:pPr>
            <a:r>
              <a:t>Kubernaut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>
                <a:solidFill>
                  <a:srgbClr val="2B579A"/>
                </a:solidFill>
                <a:latin typeface="Calibri"/>
              </a:defRPr>
            </a:pPr>
            <a:r>
              <a:t>Technical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333333"/>
                </a:solidFill>
                <a:latin typeface="Calibri"/>
              </a:defRPr>
            </a:pPr>
            <a:r>
              <a:t>Kubernetes-Native Autonomous Remediation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Calibri"/>
              </a:defRPr>
            </a:pPr>
            <a:r>
              <a:t>Jordi Gil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Audience  |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333333"/>
                </a:solidFill>
                <a:latin typeface="Calibri"/>
              </a:defRPr>
            </a:pPr>
            <a:r>
              <a:t>When a monitoring alert fires, Kubernaut ingests it, enriches it with cluster context, asks an LLM to diagnose the root cause and select a remediation workflow, executes that workflow safely, and then measures whether the fix actually worked.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6858000" cy="411480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6583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Alert (Prometheus / K8s Event)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Gateway --&gt; RemediationRequest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Signal Processing --&gt; SignalProcessing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                   (enrichment + Rego classification)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AI Analysis --&gt; AIAnalysis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             (HolmesGPT RCA + workflow selection + Rego approval)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Remediation Orchestrator --&gt; coordinates lifecycle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Workflow Execution --&gt; WorkflowExecution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                    (Tekton PipelineRun / K8s Job)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Effectiveness Monitor --&gt; EffectivenessAssessment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|                       (health + alerts + metrics + spec hash)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v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Notification --&gt; NotificationRequest CRD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1000">
                <a:solidFill>
                  <a:srgbClr val="333333"/>
                </a:solidFill>
                <a:latin typeface="Courier New"/>
              </a:defRPr>
            </a:pPr>
            <a:r>
              <a:t>                 (Slack, Email, Console)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  <a:r>
              <a:t>Supporting: DataStorage (audit + workflow catalog), HolmesGPT-API (LLM), AuthWebhook (SOC2 identity)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Webhook receiver that ingests alerts from monitoring systems, normalizes them, deduplicates, and creates RemediationRequest CRDs. The single entry point for all signals.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HTTP server (stateless, K8s-native)  |  CRD: RemediationRequest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Pluggable adapters: Prometheus AlertManager, K8s Events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Status-based deduplication via RR fingerprint lookups (no Redis)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Replay prevention: header-first + body-fallback freshness validation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Label-based scope filtering (kubernaut.ai/managed=true)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K8s Lease-based distributed locking for multi-replica safety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Circuit breaker against K8s API cascading failures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Buffered audit events to DataStorage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Graceful shutdown with readiness probe (503 during drain)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Signal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Enriches raw signals with K8s context (namespace labels, pod status, owner chain, HPA, PDB) and classifies them using operator-defined Rego policies.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SignalProcessing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Phase flow: Pending &gt; Enriching &gt; Classifying &gt; Categorizing &gt; Completed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K8s enrichment: namespace, pod, deployment, owner chain, node, PDB, HPA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5 Rego classifiers: Environment, Priority, Severity, Business, CustomLabels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Detected labels: GitOps, Helm, PDB-protected, HPA-managed, service mesh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Signal mode: predictive vs reactive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Degraded mode: partial enrichment when target not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B579A"/>
                </a:solidFill>
                <a:latin typeface="Calibri"/>
              </a:defRPr>
            </a:pPr>
            <a:r>
              <a:t>Rego -- Priority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920240"/>
            <a:ext cx="4114800" cy="438912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01168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package signalprocessing.priority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import rego.v2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Severity rank: higher = more urgent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severity_rank := 3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lower(input.signal.severity) == "critical"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severity_rank := 2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lower(input.signal.severity) == "warning"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severity_rank := 1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lower(input.signal.severity) == "info"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default severity_rank := 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Environment rank: higher = more sensitive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env_rank := 3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lower(input.environment) == "production"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env_rank := 2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lower(input.environment) == "staging"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default env_rank := 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Combined score -&gt; priority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score := severity_rank + env_rank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result := {"priority": "P0",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       "policy_name": "score-based"}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if { score &gt;= 6 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result := {"priority": "P1",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       "policy_name": "score-based"}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if { score &gt;= 4; score &lt; 6 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default result := {"priority": "P3",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"policy_name": "default-catch-all"}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AI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Runs AI-powered root cause analysis via HolmesGPT-API, selects a remediation workflow, and evaluates approval requirements via Rego policy. The brain of the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AIAnalysis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Phase flow: Pending &gt; Investigating &gt; Analyzing &gt; Completed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HolmesGPT integration: async session (submit &gt; poll &gt; result)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Workflow selection: HAPI returns workflow ID, image, parameters, rationale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Rego approval policy: approved / manual_review_required / denied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LLM identifies affected resource (e.g. Deployment instead of Pod)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Recovery flow: uses history to avoid repeating failed remediations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Execution engine: supports tekton and job backends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  <a:buChar char="•"/>
            </a:pPr>
            <a:r>
              <a:t>WorkflowNotNeeded: LLM can determine problem self-resolved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B579A"/>
                </a:solidFill>
                <a:latin typeface="Calibri"/>
              </a:defRPr>
            </a:pPr>
            <a:r>
              <a:t>Rego -- Approval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920240"/>
            <a:ext cx="4114800" cy="4389120"/>
          </a:xfrm>
          <a:prstGeom prst="rect">
            <a:avLst/>
          </a:prstGeom>
          <a:solidFill>
            <a:srgbClr val="F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01168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package aianalysis.approval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import rego.v2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default require_approval := false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Production requires manual approval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require_approval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is_production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3+ recovery attempts require approval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require_approval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is_multiple_recovery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Production + unvalidated target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require_approval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is_production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not target_validated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Production + failed detections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require_approval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is_production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has_failed_detections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# Production + stateful workload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require_approval if {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is_production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    is_stateful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333333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HolmesGPT-API (HAPI)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Internal Python service (FastAPI) that wraps HolmesGPT SDK and orchestrates LLM-driven incident analysis, recovery proposals, and workflow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HTTP service (FastAPI, not a controller)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3 API endpoints: incident analysis, recovery analysis, post-execution analysis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3-step workflow discovery protocol against DataStorage: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1. list_available_actions (what can I do?)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2. list_workflows (which workflows implement this action?)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3. get_workflow (fetch schema and parameters)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Remediation history enrichment: past remediations injected into LLM prompt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Three-way hash comparison: detects spec drift since last remediation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Session-based async API: submit investigation &gt; poll for result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Mock LLM mode for deterministic testing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Auth: K8s ServiceAccount tokens (TokenReview + SubjectAccessReview)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Remediation 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Coordinates the full remediation lifecycle by creating and watching child CRDs (SP, AA, WE, NR, EA). The conductor of the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RemediationRequest (owns all child CRDs via owner references)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Phase state machine: Pending &gt; Processing &gt; Analyzing &gt; AwaitingApproval &gt; Executing &gt; Completed/Failed/TimedOut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Creates child CRDs at the right phase transitions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Approval flow: RemediationApprovalRequest when Rego requires human approval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Routing engine: scope blocking, consecutive failure blocking, dedup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Timeout handling: global (1h) + per-phase (Processing 5m, Analyzing 10m, Executing 30m)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Pre-remediation SHA-256 spec hash of AI-resolved target resource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EffectivenessAssessment on all terminal phases (Completed, Failed, TimedOut)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AI-resolved target: uses LLM AffectedResource instead of signal source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Atomic status updates with RetryOnConflict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Full audit trail to DataStorage at every phase transition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Workflow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Executes remediation workflows via Tekton PipelineRuns or K8s Jobs, monitors progress, and reports structured success/failure details back to the orchestrator.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WorkflowExecution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Executor registry: tekton (PipelineRun + OCI bundle) and job (K8s Job)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Deterministic resource naming prevents duplicate executions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Lease-based resource locking from targetResource identity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5-minute cooldown before lock release (prevents rapid re-execution)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Structured failure details: TaskFailed, OOMKilled, DeadlineExceeded, ImagePullBackOff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External deletion handling: detects PipelineRun/Job deleted outside controller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Dedicated execution namespace (kubernaut-workflows)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Audit events: workflow.started, workflow.completed, workflow.failed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Effectiveness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Assesses whether the remediation actually worked by running four independent checks after a stabilization window, then emitting structured audit events. Closes the feedback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EffectivenessAssessment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4 assessment components, each scored 0.0-1.0: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Health: pod status, readiness, restarts, CrashLoopBackOff, OOMKilled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Alert resolution: queries AlertManager for signal resolution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Metrics: 5 PromQL queries (CPU, memory, latency p95, error rate, throughput)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Spec hash: SHA-256 comparison of pre/post target .spec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Kind-aware health: Deployment/RS/SS/DS -&gt; label-based pod listing; Pod -&gt; direct; others -&gt; N/A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Stabilization window (default 5m) + validity window (default 30m)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Spec drift guard: invalidates if target changes during assessment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Assessment reasons: full, partial, no_execution, expired, spec_drift, metrics_timed_out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5 typed audit events emitted to DataStorage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Delivers notifications to configured channels with retries, label-based routing, and circuit breakers. Informs operators about remediation outcomes and escalations.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Kubernetes controller  |  CRD: NotificationRequest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Phase flow: Pending &gt; Sending &gt; Retrying &gt; Sent / PartiallySent / Failed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Delivery channels: Slack (webhook + circuit breaker), Console, File, Log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Label-based routing: ConfigMap-driven rules with hot-reload (no restart)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Exponential backoff retries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Circuit breaker prevents cascading failures to external webhooks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Notification types: approval requests, timeout escalations, completion summaries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Audit events: message.sent, message.failed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Atomic status updates per delivery attempt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DataStorage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Centralized HTTP API for audit events, workflow catalog, and remediation history. The only service that talks directly to PostgreSQL. All others use its REST API.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HTTP server (OpenAPI-driven, ogen-generated)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Audit events API: batch write, query by correlation ID, hash chain verification (SOC2)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Workflow catalog API: CRUD, action-type taxonomy, version lifecycle (active/deprecated)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Workflow discovery API: 3-step protocol for LLM-driven remediation selection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Remediation history API: two-tier windowing (24h recent + 90d historical)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Three-way hash comparison for spec drift detection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OpenAPI-first: data-storage-v1.yaml with auto-generated Go and Python clients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PostgreSQL primary storage, Redis dead letter queue for failed audit writes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K8s auth: TokenReview + SubjectAccessReview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Graceful shutdown with connection draining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AuthWebhook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333333"/>
                </a:solidFill>
                <a:latin typeface="Calibri"/>
              </a:defRPr>
            </a:pPr>
            <a:r>
              <a:t>Kubernetes admission webhook that injects authenticated user identity into CRD status updates for SOC2 CC8.1 audit compliance. Ensures every remediation action is traceable to a human or service account.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79A"/>
                </a:solidFill>
                <a:latin typeface="Calibri"/>
              </a:defRPr>
            </a:pPr>
            <a:r>
              <a:t>Architecture: Mutating + Validating admission webhook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Mutating webhooks for identity injection: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WorkflowExecution: status.initiatedBy, status.approvedBy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RemediationApprovalRequest: status.approvedBy, status.rejectedBy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  RemediationRequest: status.lastModifiedBy, status.lastModifiedAt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Validating webhook: audit event before NotificationRequest deletion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Forgery detection: overwrites user-provided fields, logs tampering attempts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Decision validation: enforces Approved/Rejected/Expired for approvals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Namespace selector: kubernaut.ai/audit-enabled=true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Calibri"/>
              </a:defRPr>
              <a:buChar char="•"/>
            </a:pPr>
            <a:r>
              <a:t>mTLS via cert-manager; failure policy Fail (rejects if webhook is down)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  <a:latin typeface="Calibri"/>
              </a:defRPr>
            </a:pPr>
            <a:r>
              <a:t>Code Coverage (PR #90, February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097280"/>
          <a:ext cx="7680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463040"/>
                <a:gridCol w="1097280"/>
                <a:gridCol w="146304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Integration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E2E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All Tiers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Signal Processing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61.4%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AI Analysis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53.8%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Workflow Execution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Remediation Orchestrator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79.9%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Effectiveness Monitor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64.9%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81.9%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42.5%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DataStorage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60.1%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34.9%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HolmesGPT-API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AuthWebhook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78.4%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